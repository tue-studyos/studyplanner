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ea5890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5ea5890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ea58909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ea58909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5ea58909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5ea58909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ea58909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5ea58909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ea58909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5ea58909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ea58909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ea58909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5ea58909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5ea58909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5ea58909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5ea58909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5ea58909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5ea58909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5ea58909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5ea58909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53cd0e6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53cd0e6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Semester planning often starts with the same question: where is the information I actually need?</a:t>
            </a:r>
            <a:endParaRPr sz="20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550c6d21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550c6d21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Once the courses are found, the next challenge begins: fitting them into one schedule without overlaps.</a:t>
            </a:r>
            <a:endParaRPr sz="17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50c6d21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550c6d21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And even then, it is not always clear which requirements are already fulfilled and what is still missing.</a:t>
            </a:r>
            <a:endParaRPr sz="16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550c6d21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550c6d21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So what should be a simple planning task quickly turns into a mix of platforms, spreadsheets, notes, and uncertainty.That is the problem StudyOS was designed to solve.</a:t>
            </a:r>
            <a:endParaRPr sz="16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550c6d2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550c6d2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We started with the initial problem definition that…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55fb172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55fb172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At first we assumed </a:t>
            </a:r>
            <a:r>
              <a:rPr lang="en" sz="1600"/>
              <a:t>that…</a:t>
            </a:r>
            <a:endParaRPr sz="16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55fb1725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55fb1725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AT the end out f</a:t>
            </a:r>
            <a:r>
              <a:rPr lang="en" sz="1700"/>
              <a:t>inal problem statement was that…</a:t>
            </a:r>
            <a:endParaRPr sz="17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55fb1725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55fb1725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So initially, we viewed the problem mainly as a lack of centralized access to course information.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Through further analysis, we realized that the main challenge was broader: students not only need to find information, but also have to combine, verify, and interpret it for scheduling and degree progress tracking.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Therefore, we refined the problem statement to focus on the entire semester planning process and the manual effort caused by disconnected systems.</a:t>
            </a:r>
            <a:endParaRPr sz="15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55fb1725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55fb1725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Based on these insights, we were able to clearly define who we are designing for, which problem we want to solve, and how StudyOS addresses it. That is…</a:t>
            </a:r>
            <a:endParaRPr sz="15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53cd0e6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53cd0e6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Yonatan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53cd0e6e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53cd0e6e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55fb1725f_4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55fb1725f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55fb1725f_4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55fb1725f_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55fb1725f_4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55fb1725f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55fb1725f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55fb1725f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53cd0e6e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53cd0e6e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Yonatan - We’ve met every week on Sundays and sometimes on Thursdays to discuss prioritization, features and bugfixes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managed an active list of features and bugs to fix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hindsight it might have been useful to have a </a:t>
            </a:r>
            <a:r>
              <a:rPr lang="en"/>
              <a:t>kanban</a:t>
            </a:r>
            <a:r>
              <a:rPr lang="en"/>
              <a:t> thingy like Jira, since the google doc kept getting messy, but in practice it was enough for our purpose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53cd0e6e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53cd0e6e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Yonatan In the study OS session we took note on ideas and feedback, and implemented them in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53cd0e6e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53cd0e6e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53cd0e6e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53cd0e6e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53cd0e6e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53cd0e6e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5ea58909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5ea58909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53cd0e6e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53cd0e6e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Publification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“Erstiheft”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get the go from Fachschaft we can send a mail via the informatik mailing list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Ideas/ Sustainability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/log site registers an error then an agent gets the message and looks more into it, if the side is broken and if there is a code fix for this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could implement </a:t>
            </a:r>
            <a:r>
              <a:rPr lang="en"/>
              <a:t>automatic</a:t>
            </a:r>
            <a:r>
              <a:rPr lang="en"/>
              <a:t> scrapes that scrape our sources increasingly more often the closer the semester start 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tool outlives us with the help of the “Fachschaft”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Study OS - Study Planner</a:t>
            </a:r>
            <a:endParaRPr sz="4700"/>
          </a:p>
        </p:txBody>
      </p:sp>
      <p:sp>
        <p:nvSpPr>
          <p:cNvPr id="115" name="Google Shape;11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Emre Emre, Yonatan Dankner, Lena Binder, Ben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4" title="ChatGPT Image 17. Juli 2026, 18_15_44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12" y="0"/>
            <a:ext cx="68579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5" title="ChatGPT Image 17. Juli 2026, 18_15_45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6" title="ChatGPT Image 17. Juli 2026, 18_15_47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7" title="ChatGPT Image 17. Juli 2026, 18_15_47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504150"/>
            <a:ext cx="8520600" cy="40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Students struggle with semester planning because course information is fragmented, scheduling is difficult, and tracking progress toward degree requirements requires significant manual effort.</a:t>
            </a:r>
            <a:endParaRPr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assumptions &amp; Target group</a:t>
            </a:r>
            <a:endParaRPr/>
          </a:p>
        </p:txBody>
      </p:sp>
      <p:sp>
        <p:nvSpPr>
          <p:cNvPr id="154" name="Google Shape;154;p29"/>
          <p:cNvSpPr txBox="1"/>
          <p:nvPr/>
        </p:nvSpPr>
        <p:spPr>
          <a:xfrm>
            <a:off x="467250" y="1487738"/>
            <a:ext cx="820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Students regularly use all three platforms during semester planning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467250" y="1878675"/>
            <a:ext cx="820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main issue was the amount of time required to search for and combine information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467250" y="2269638"/>
            <a:ext cx="820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Most students use spreadsheets and notes etc. to create their schedules and keep track of their study progress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467250" y="2693842"/>
            <a:ext cx="820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Students frequently struggle to understand how completed courses count toward specific ECTS categories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8" name="Google Shape;158;p29"/>
          <p:cNvSpPr txBox="1"/>
          <p:nvPr/>
        </p:nvSpPr>
        <p:spPr>
          <a:xfrm>
            <a:off x="467250" y="3111719"/>
            <a:ext cx="820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 centralized application would reduce effort and prevent mistakes.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9" name="Google Shape;159;p29"/>
          <p:cNvSpPr txBox="1"/>
          <p:nvPr/>
        </p:nvSpPr>
        <p:spPr>
          <a:xfrm>
            <a:off x="311700" y="4031175"/>
            <a:ext cx="8209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Target group: </a:t>
            </a:r>
            <a:r>
              <a:rPr lang="en" sz="1200">
                <a:solidFill>
                  <a:schemeClr val="dk1"/>
                </a:solidFill>
              </a:rPr>
              <a:t>Computer Science bachelor’s and master’s students who are actively planning their semester and need to select courses, create a conflict-free schedule, and track their degree progress.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504150"/>
            <a:ext cx="8520600" cy="40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Students lack a single, reliable place to discover relevant courses, create a conflict-free semester schedule, and understand their progress toward degree requirements. Because information is distributed across disconnected systems, students must manually combine, verify, and maintain it, which is time-consuming, error-prone, and difficult to understand.</a:t>
            </a:r>
            <a:endParaRPr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/>
        </p:nvSpPr>
        <p:spPr>
          <a:xfrm>
            <a:off x="467250" y="815888"/>
            <a:ext cx="8209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Initial view:</a:t>
            </a:r>
            <a:r>
              <a:rPr lang="en" sz="1600">
                <a:solidFill>
                  <a:schemeClr val="dk1"/>
                </a:solidFill>
              </a:rPr>
              <a:t> 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The main issue was the lack of centralized access to course information.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0" name="Google Shape;170;p31"/>
          <p:cNvSpPr txBox="1"/>
          <p:nvPr/>
        </p:nvSpPr>
        <p:spPr>
          <a:xfrm>
            <a:off x="467250" y="3175200"/>
            <a:ext cx="8209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Refined view:</a:t>
            </a:r>
            <a:r>
              <a:rPr lang="en" sz="1600">
                <a:solidFill>
                  <a:schemeClr val="dk1"/>
                </a:solidFill>
              </a:rPr>
              <a:t> 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The broader challenge is the manual effort required to combine, verify, and interpret information for scheduling and degree progress tracking.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171" name="Google Shape;171;p31"/>
          <p:cNvCxnSpPr>
            <a:stCxn id="169" idx="2"/>
            <a:endCxn id="170" idx="0"/>
          </p:cNvCxnSpPr>
          <p:nvPr/>
        </p:nvCxnSpPr>
        <p:spPr>
          <a:xfrm>
            <a:off x="4572000" y="1530188"/>
            <a:ext cx="0" cy="16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/>
        </p:nvSpPr>
        <p:spPr>
          <a:xfrm>
            <a:off x="748500" y="679763"/>
            <a:ext cx="76470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We solve fragmented and manual semester planning for students by bringing course information, conflict-free scheduling, and degree progress tracking into one central application.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1036550" y="1887138"/>
            <a:ext cx="69864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300">
                <a:solidFill>
                  <a:schemeClr val="dk1"/>
                </a:solidFill>
              </a:rPr>
              <a:t>1. </a:t>
            </a:r>
            <a:r>
              <a:rPr i="1" lang="en" sz="1300">
                <a:solidFill>
                  <a:schemeClr val="dk1"/>
                </a:solidFill>
              </a:rPr>
              <a:t>Course discovery and information</a:t>
            </a:r>
            <a:r>
              <a:rPr lang="en" sz="1300">
                <a:solidFill>
                  <a:schemeClr val="dk1"/>
                </a:solidFill>
              </a:rPr>
              <a:t>: We help students find relevant and reliable course information by combining data from different university platforms in one catalog.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1036550" y="2635113"/>
            <a:ext cx="69864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300">
                <a:solidFill>
                  <a:schemeClr val="dk1"/>
                </a:solidFill>
              </a:rPr>
              <a:t>2. Scheduling</a:t>
            </a:r>
            <a:r>
              <a:rPr lang="en" sz="1300">
                <a:solidFill>
                  <a:schemeClr val="dk1"/>
                </a:solidFill>
              </a:rPr>
              <a:t>: We help students create conflict-free semester schedules by automatically detecting overlaps and supporting course selection.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1036550" y="3383088"/>
            <a:ext cx="69864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300">
                <a:solidFill>
                  <a:schemeClr val="dk1"/>
                </a:solidFill>
              </a:rPr>
              <a:t>3. Degree progress</a:t>
            </a:r>
            <a:r>
              <a:rPr lang="en" sz="1300">
                <a:solidFill>
                  <a:schemeClr val="dk1"/>
                </a:solidFill>
              </a:rPr>
              <a:t>: We help students understand their academic progress by automatically assigning completed courses to degree requirement categories.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Research, evidence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were all missing this tool, this was the starting point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asked friends about their experience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Got feedback that the process was tedious, course discovery is hard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Concept, Solution Design (Ben)</a:t>
            </a:r>
            <a:endParaRPr/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and solution design - Proposed tool (Ben)</a:t>
            </a:r>
            <a:endParaRPr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and solution design - value proposition (Ben)</a:t>
            </a:r>
            <a:endParaRPr/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and solution design - technical </a:t>
            </a:r>
            <a:r>
              <a:rPr lang="en"/>
              <a:t>choices</a:t>
            </a:r>
            <a:r>
              <a:rPr lang="en"/>
              <a:t> (Ben)</a:t>
            </a:r>
            <a:endParaRPr/>
          </a:p>
        </p:txBody>
      </p:sp>
      <p:sp>
        <p:nvSpPr>
          <p:cNvPr id="209" name="Google Shape;20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Website and Data in Cloudflare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Code in Github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Big DB with small sub tables in SQLite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8" title="pip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900" y="152400"/>
            <a:ext cx="7462283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</a:t>
            </a:r>
            <a:endParaRPr/>
          </a:p>
        </p:txBody>
      </p:sp>
      <p:sp>
        <p:nvSpPr>
          <p:cNvPr id="220" name="Google Shape;22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Weekly sync meeting on Sundays and Thursdays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Kept track of open issues and assignment on a google doc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Show old Claude design prototypes? </a:t>
            </a:r>
            <a:endParaRPr/>
          </a:p>
        </p:txBody>
      </p:sp>
      <p:pic>
        <p:nvPicPr>
          <p:cNvPr id="221" name="Google Shape;2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137" y="0"/>
            <a:ext cx="50889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227" name="Google Shape;22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Lena Ran two 1-hour testing session with two friends, got detailed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Testing in the Study OS session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got the 500 error bug,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Repeated testing ourselves in weekly meetings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we’re at (Emre)</a:t>
            </a:r>
            <a:endParaRPr/>
          </a:p>
        </p:txBody>
      </p:sp>
      <p:sp>
        <p:nvSpPr>
          <p:cNvPr id="233" name="Google Shape;23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Quick overview of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Course catalog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Favorites for collecting interesting courses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Semester planner with weekly schedule 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Regulation/progress overview for study requirements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ToR import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Course balancer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TODO: I think this has to go somewhere else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still missing (Emre)</a:t>
            </a:r>
            <a:endParaRPr/>
          </a:p>
        </p:txBody>
      </p:sp>
      <p:sp>
        <p:nvSpPr>
          <p:cNvPr id="239" name="Google Shape;239;p42"/>
          <p:cNvSpPr txBox="1"/>
          <p:nvPr>
            <p:ph idx="1" type="body"/>
          </p:nvPr>
        </p:nvSpPr>
        <p:spPr>
          <a:xfrm>
            <a:off x="371000" y="1145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Anonymous</a:t>
            </a:r>
            <a:r>
              <a:rPr lang="en"/>
              <a:t> Course Review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Student can leave a short rating/comment after taking a course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</a:t>
            </a:r>
            <a:r>
              <a:rPr lang="en"/>
              <a:t>ifficulty , workload, teaching style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Moderation -&gt; hate </a:t>
            </a:r>
            <a:r>
              <a:rPr lang="en"/>
              <a:t>speech</a:t>
            </a:r>
            <a:r>
              <a:rPr lang="en"/>
              <a:t>, fair treatment of profs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Registration Notification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Some </a:t>
            </a:r>
            <a:r>
              <a:rPr lang="en"/>
              <a:t>courses</a:t>
            </a:r>
            <a:r>
              <a:rPr lang="en"/>
              <a:t> open registration on a specific data and have limited </a:t>
            </a:r>
            <a:r>
              <a:rPr lang="en"/>
              <a:t>participants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Automated Data Update Pipeline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Current scraper can collect data from alma, moodle and Ilias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Automate the pipeline with GitHub Actions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Scraper runs regularly before the new new semester and would not be needed during semester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3"/>
          <p:cNvSpPr txBox="1"/>
          <p:nvPr>
            <p:ph type="title"/>
          </p:nvPr>
        </p:nvSpPr>
        <p:spPr>
          <a:xfrm>
            <a:off x="275400" y="57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 (Ben)</a:t>
            </a:r>
            <a:endParaRPr/>
          </a:p>
        </p:txBody>
      </p:sp>
      <p:sp>
        <p:nvSpPr>
          <p:cNvPr id="245" name="Google Shape;24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Claude helps, but requires some babysitting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pic>
        <p:nvPicPr>
          <p:cNvPr id="257" name="Google Shape;25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9200" y="898075"/>
            <a:ext cx="3851825" cy="411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